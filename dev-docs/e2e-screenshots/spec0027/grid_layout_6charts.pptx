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0E3A9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胃病数据分析报告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项目：网格布局演示</a:t>
            </a:r>
          </a:p>
          <a:p>
            <a:pPr algn="ctr"/>
            <a:r>
              <a:rPr sz="2000" b="0">
                <a:solidFill>
                  <a:srgbClr val="2563EB"/>
                </a:solidFill>
                <a:latin typeface="微软雅黑"/>
                <a:ea typeface="微软雅黑"/>
              </a:rPr>
              <a:t>生成日期：2026-07-31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数据分析概述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846320" cy="5120640"/>
          </a:xfrm>
          <a:prstGeom prst="roundRect">
            <a:avLst>
              <a:gd name="adj" fmla="val 5000"/>
            </a:avLst>
          </a:prstGeom>
          <a:solidFill>
            <a:srgbClr val="E4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45720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● </a:t>
            </a:r>
            <a:r>
              <a:rPr sz="1600" b="1">
                <a:solidFill>
                  <a:srgbClr val="C39022"/>
                </a:solidFill>
                <a:latin typeface="微软雅黑"/>
                <a:ea typeface="微软雅黑"/>
              </a:rPr>
              <a:t>数据分析概述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  <a:ea typeface="微软雅黑"/>
              </a:rPr>
              <a:t>  本实验对胃病数据进行分析，包括描述性统计和可视化。</a:t>
            </a:r>
          </a:p>
        </p:txBody>
      </p:sp>
      <p:pic>
        <p:nvPicPr>
          <p:cNvPr id="6" name="Picture 5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126480" cy="3758184"/>
          </a:xfrm>
          <a:prstGeom prst="rect">
            <a:avLst/>
          </a:prstGeom>
          <a:ln w="12700">
            <a:solidFill>
              <a:srgbClr val="E4E8F0"/>
            </a:solidFill>
          </a:ln>
          <a:effectLst>
            <a:outerShdw blurRad="101600" dist="50800" dir="18900000" rotWithShape="0">
              <a:srgbClr val="000000">
                <a:alpha val="30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网格布局演示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2 / 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关键图表</a:t>
            </a:r>
          </a:p>
        </p:txBody>
      </p:sp>
      <p:pic>
        <p:nvPicPr>
          <p:cNvPr id="4" name="Picture 3" descr="diagnosis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3438144" cy="2103120"/>
          </a:xfrm>
          <a:prstGeom prst="rect">
            <a:avLst/>
          </a:prstGeom>
        </p:spPr>
      </p:pic>
      <p:pic>
        <p:nvPicPr>
          <p:cNvPr id="5" name="Picture 4" descr="symptom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3438144" cy="2103120"/>
          </a:xfrm>
          <a:prstGeom prst="rect">
            <a:avLst/>
          </a:prstGeom>
        </p:spPr>
      </p:pic>
      <p:pic>
        <p:nvPicPr>
          <p:cNvPr id="6" name="Picture 5" descr="age_bmi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57600"/>
            <a:ext cx="3429000" cy="2103120"/>
          </a:xfrm>
          <a:prstGeom prst="rect">
            <a:avLst/>
          </a:prstGeom>
        </p:spPr>
      </p:pic>
      <p:pic>
        <p:nvPicPr>
          <p:cNvPr id="7" name="Picture 6" descr="bp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3438144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微软雅黑"/>
                <a:ea typeface="微软雅黑"/>
              </a:rPr>
              <a:t>共 5 张图表，已展示前 4 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网格布局演示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3 / 4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043B3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320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微软雅黑"/>
                <a:ea typeface="微软雅黑"/>
              </a:rPr>
              <a:t>通过数据分析发现年龄与BMI存在相关性，胃炎是最常见诊断类别。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gradFill rotWithShape="1">
            <a:gsLst>
              <a:gs pos="0">
                <a:srgbClr val="1043B3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网格布局演示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492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第 4 / 4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