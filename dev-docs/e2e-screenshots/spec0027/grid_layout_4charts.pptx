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E3A9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项目：网格布局演示</a:t>
            </a:r>
          </a:p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本实验对胃病数据进行分析，包括描述性统计和可视化。</a:t>
            </a:r>
          </a:p>
        </p:txBody>
      </p:sp>
      <p:pic>
        <p:nvPicPr>
          <p:cNvPr id="6" name="Picture 5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126480" cy="3758184"/>
          </a:xfrm>
          <a:prstGeom prst="rect">
            <a:avLst/>
          </a:prstGeom>
          <a:ln w="12700">
            <a:solidFill>
              <a:srgbClr val="E4E8F0"/>
            </a:solidFill>
          </a:ln>
          <a:effectLst>
            <a:outerShdw blurRad="101600" dist="50800" dir="18900000" rotWithShape="0">
              <a:srgbClr val="000000">
                <a:alpha val="30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网格布局演示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pic>
        <p:nvPicPr>
          <p:cNvPr id="4" name="Picture 3" descr="diagnosi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438144" cy="2103120"/>
          </a:xfrm>
          <a:prstGeom prst="rect">
            <a:avLst/>
          </a:prstGeom>
        </p:spPr>
      </p:pic>
      <p:pic>
        <p:nvPicPr>
          <p:cNvPr id="5" name="Picture 4" descr="symptom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3438144" cy="2103120"/>
          </a:xfrm>
          <a:prstGeom prst="rect">
            <a:avLst/>
          </a:prstGeom>
        </p:spPr>
      </p:pic>
      <p:pic>
        <p:nvPicPr>
          <p:cNvPr id="6" name="Picture 5" descr="age_bmi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347" y="3657600"/>
            <a:ext cx="3429000" cy="2103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网格布局演示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通过数据分析发现年龄与BMI存在相关性，胃炎是最常见诊断类别。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网格布局演示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