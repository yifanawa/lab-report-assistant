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88330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A580C"/>
                </a:solidFill>
                <a:latin typeface="微软雅黑"/>
                <a:ea typeface="微软雅黑"/>
              </a:rPr>
              <a:t>项目：SPEC 0028 orange</a:t>
            </a:r>
          </a:p>
          <a:p>
            <a:pPr algn="ctr"/>
            <a:r>
              <a:rPr sz="2000" b="0">
                <a:solidFill>
                  <a:srgbClr val="EA580C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A13C0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[图片文件不存在：correlation_heatmap.png]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A13C08"/>
              </a:gs>
              <a:gs pos="100000">
                <a:srgbClr val="EA580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A13C0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[图片文件不存在：年龄分布.png]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[图片文件不存在：症状评分.png]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A13C08"/>
              </a:gs>
              <a:gs pos="100000">
                <a:srgbClr val="EA580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A13C0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A13C08"/>
              </a:gs>
              <a:gs pos="100000">
                <a:srgbClr val="EA580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