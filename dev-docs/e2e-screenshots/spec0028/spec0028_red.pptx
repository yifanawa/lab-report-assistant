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100000">
                <a:srgbClr val="861515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C2626"/>
                </a:solidFill>
                <a:latin typeface="微软雅黑"/>
                <a:ea typeface="微软雅黑"/>
              </a:rPr>
              <a:t>项目：SPEC 0028 red</a:t>
            </a:r>
          </a:p>
          <a:p>
            <a:pPr algn="ctr"/>
            <a:r>
              <a:rPr sz="2000" b="0">
                <a:solidFill>
                  <a:srgbClr val="DC2626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100000">
                <a:srgbClr val="9C1919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数据分析概述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846320" cy="5120640"/>
          </a:xfrm>
          <a:prstGeom prst="roundRect">
            <a:avLst>
              <a:gd name="adj" fmla="val 5000"/>
            </a:avLst>
          </a:prstGeom>
          <a:solidFill>
            <a:srgbClr val="F0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C3C3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2C3C3"/>
                </a:solidFill>
                <a:latin typeface="微软雅黑"/>
                <a:ea typeface="微软雅黑"/>
              </a:rPr>
              <a:t>数据分析概述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本实验对胃病数据进行分析。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[图片文件不存在：correlation_heatmap.png]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9C1919"/>
              </a:gs>
              <a:gs pos="100000">
                <a:srgbClr val="DC262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100000">
                <a:srgbClr val="9C1919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关键图表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[图片文件不存在：年龄分布.png]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[图片文件不存在：症状评分.png]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9C1919"/>
              </a:gs>
              <a:gs pos="100000">
                <a:srgbClr val="DC262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100000">
                <a:srgbClr val="9C1919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通过数据分析发现年龄与BMI存在相关性。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9C1919"/>
              </a:gs>
              <a:gs pos="100000">
                <a:srgbClr val="DC262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