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6A34A"/>
                </a:solidFill>
                <a:latin typeface="微软雅黑"/>
                <a:ea typeface="微软雅黑"/>
              </a:rPr>
              <a:t>项目：胃病数据分析-green</a:t>
            </a:r>
          </a:p>
          <a:p>
            <a:pPr algn="ctr"/>
            <a:r>
              <a:rPr sz="2000" b="0">
                <a:solidFill>
                  <a:srgbClr val="16A34A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2287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