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胃病数据分析实验报告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A580C"/>
                </a:solidFill>
                <a:latin typeface="微软雅黑"/>
                <a:ea typeface="微软雅黑"/>
              </a:rPr>
              <a:t>项目：胃病数据分析-orange</a:t>
            </a:r>
          </a:p>
          <a:p>
            <a:pPr algn="ctr"/>
            <a:r>
              <a:rPr sz="2000" b="0">
                <a:solidFill>
                  <a:srgbClr val="EA580C"/>
                </a:solidFill>
                <a:latin typeface="微软雅黑"/>
                <a:ea typeface="微软雅黑"/>
              </a:rPr>
              <a:t>生成日期：2026-07-31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实验目的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F0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8CC3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228CC3"/>
                </a:solidFill>
                <a:latin typeface="微软雅黑"/>
                <a:ea typeface="微软雅黑"/>
              </a:rPr>
              <a:t>实验目的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分析胃病数据分布特征，探索不同诊断类型的检验指标差异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分析胃病数据分布特征，探索不同诊断类型的检验指标差异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胃病数据分析-orange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2 / 7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实验背景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F0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8CC3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228CC3"/>
                </a:solidFill>
                <a:latin typeface="微软雅黑"/>
                <a:ea typeface="微软雅黑"/>
              </a:rPr>
              <a:t>实验背景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胃病发病率近年上升，早期诊断和数据分析对医学研究具有重要意义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胃病发病率近年上升，早期诊断和数据分析对医学研究具有重要意义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胃病数据分析-orange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3 / 7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数据描述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F0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8CC3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228CC3"/>
                </a:solidFill>
                <a:latin typeface="微软雅黑"/>
                <a:ea typeface="微软雅黑"/>
              </a:rPr>
              <a:t>数据描述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数据集规模：200 行 × 15 列，包含血常规、生化指标、肿瘤标志物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数据集规模：200 行 × 15 列，包含血常规、生化指标、肿瘤标志物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胃病数据分析-orange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4 / 7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分析方案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F0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8CC3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228CC3"/>
                </a:solidFill>
                <a:latin typeface="微软雅黑"/>
                <a:ea typeface="微软雅黑"/>
              </a:rPr>
              <a:t>分析方案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描述性统计 + 分组对比 + 相关性分析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描述性统计 + 分组对比 + 相关性分析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胃病数据分析-orange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5 / 7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实验结果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F0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8CC3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228CC3"/>
                </a:solidFill>
                <a:latin typeface="微软雅黑"/>
                <a:ea typeface="微软雅黑"/>
              </a:rPr>
              <a:t>实验结果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执行成功，生成诊断分布图、年龄分布直方图等 4 张图表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执行成功，生成诊断分布图、年龄分布直方图等 4 张图表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胃病数据分析-orange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6 / 7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微软雅黑"/>
                <a:ea typeface="微软雅黑"/>
              </a:rPr>
              <a:t>本实验完成既定分析目标，各诊断类型指标差异显著。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胃病数据分析-orange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7 / 7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